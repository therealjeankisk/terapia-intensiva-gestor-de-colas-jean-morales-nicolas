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🏥 SISTEMA DISTRIBUIDO DE TERAPIA INTENSIVA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Gestor de Colas Productor y Consumidor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AEC0"/>
                </a:solidFill>
                <a:latin typeface="Segoe UI"/>
              </a:defRPr>
            </a:pPr>
            <a:r>
              <a:t>Monitoreo Clínico en UCI y Alertas de Bioseguridad usando RabbitMQ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Integrantes:</a:t>
            </a:r>
          </a:p>
          <a:p>
            <a:pPr>
              <a:defRPr sz="1300">
                <a:solidFill>
                  <a:srgbClr val="A0AEC0"/>
                </a:solidFill>
                <a:latin typeface="Segoe UI"/>
              </a:defRPr>
            </a:pPr>
            <a:r>
              <a:t>• Jean Carlos Gómez Morales</a:t>
            </a:r>
            <a:br/>
            <a:r>
              <a:t>• Nicolás [Compañero]</a:t>
            </a:r>
          </a:p>
          <a:p>
            <a:br/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Asignatura: ISWZ2202 - Diseño y Arquitectura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Segoe UI"/>
              </a:defRPr>
            </a:pPr>
            <a:r>
              <a:t>CONCEPTO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El Desafío en UCI y Solución Arquitectónica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  <a:latin typeface="Segoe UI"/>
              </a:defRPr>
            </a:pPr>
            <a:r>
              <a:t>El Desafío de la Telemetría Médica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Flujo constante y masivo de lecturas biométricas de múltiples camas de pacientes en tiempo real.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Riesgo de pérdida de alertas vitales si el sistema monitorizador se satura o experimenta desconexión temporal.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Acoplamiento perjudicial si los sensores envían datos directamente a las pantallas o interfaces de enfermería.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Necesidad de clasificar y dirigir alertas según su gravedad (crítica, advertencia, informativa) e infraestructura.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La Solución: Mensajería Asíncrona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Implementar el patrón Productor-Consumidor usando RabbitMQ como bróker de mensajería asíncrona.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Desacoplar completamente los sensores (Productores) de las terminales de visualización médica (Consumidores).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Aislamiento de la lógica del hospital en un Virtual Host dedicado ('/uci_app').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Mecanismo de confirmación manual (ACK) para asegurar que ningún dato crítico se elimine antes de ser procesado.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Segoe UI"/>
              </a:defRPr>
            </a:pPr>
            <a:r>
              <a:t>ARQUITECTURA DE MENSAJERÍA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Topología de Exchanges y Ruteo Inteligente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  <a:latin typeface="Segoe UI"/>
              </a:defRPr>
            </a:pPr>
            <a:r>
              <a:t>Topic Exchange</a:t>
            </a:r>
            <a:br/>
            <a:r>
              <a:t>uci.monitoreo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Propósito: Enrutar telemetría médica detallada de pacientes.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Clave de Ruteo: cama.&lt;n_cama&gt;.&lt;tipo_sensor&gt; (ej. cama.05.ritmo_cardiaco).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Enlaces Dinámicos: El consumidor filtra usando comodines (* o #), como cama.*.oxigeno para leer todos los sensores de oxígeno.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Direct Exchange</a:t>
            </a:r>
            <a:br/>
            <a:r>
              <a:t>uci.alertas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Propósito: Clasificar alertas clínicas y de infraestructura según severidad.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Routing Keys exactas: info, warning, critical.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Eficiencia de Enlace: La cola médica enlaza warning y critical, mientras la de seguridad solo atiende critical.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t>Fanout Exchange</a:t>
            </a:r>
            <a:br/>
            <a:r>
              <a:t>uci.bioseguridad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Propósito: Difusión masiva de infraestructura y bioseguridad.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Comportamiento: Difunde copias de los mensajes a todas las colas asociadas sin importar clave de ruteo.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Uso en UCI: Avisos de cortes de luz, mantenimiento o evacuación del hospital.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Segoe UI"/>
              </a:defRPr>
            </a:pPr>
            <a:r>
              <a:t>PROCESAMIENTO DE MENSAJES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Estructura de Colas y Flujo hacia Consumidores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3716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05840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Cola: cola.monitoreo_medico</a:t>
            </a:r>
          </a:p>
          <a:p>
            <a:pPr>
              <a:defRPr sz="1100">
                <a:solidFill>
                  <a:srgbClr val="A0AEC0"/>
                </a:solidFill>
                <a:latin typeface="Segoe UI"/>
              </a:defRPr>
            </a:pPr>
            <a:r>
              <a:t>Enlaces: uci.monitoreo (Topic), uci.alertas (Direct) | Enrutamiento: cama.*.ritmo_cardiaco, cama.*.oxigeno, cama.*.temperatura, warning, critical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Consumidor Destinatario: Monitor Clínico (Consumidor Médico / Enfermeros)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1887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37160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1005840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Cola: cola.alertas_criticas</a:t>
            </a:r>
          </a:p>
          <a:p>
            <a:pPr>
              <a:defRPr sz="1100">
                <a:solidFill>
                  <a:srgbClr val="A0AEC0"/>
                </a:solidFill>
                <a:latin typeface="Segoe UI"/>
              </a:defRPr>
            </a:pPr>
            <a:r>
              <a:t>Enlaces: uci.alertas (Direct) | Enrutamiento: critical (Alertas de infraestructura física graves)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Consumidor Destinatario: Seguridad General y Centro de Operaciones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1887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137160" cy="1188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1005840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Cola: cola.notificaciones_generales</a:t>
            </a:r>
          </a:p>
          <a:p>
            <a:pPr>
              <a:defRPr sz="1100">
                <a:solidFill>
                  <a:srgbClr val="A0AEC0"/>
                </a:solidFill>
                <a:latin typeface="Segoe UI"/>
              </a:defRPr>
            </a:pPr>
            <a:r>
              <a:t>Enlaces: uci.bioseguridad (Fanout) | Enrutamiento: Broadcast (Ninguna clave de ruteo requerida)</a:t>
            </a:r>
          </a:p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Consumidor Destinatario: Todo el hospital (Seguridad y Comunicados)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Segoe UI"/>
              </a:defRPr>
            </a:pPr>
            <a:r>
              <a:t>ROBUSTEZ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Tolerancia a Fallos y Mecanismo ACK Manual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Garantías en Infraestructura Crítica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Durable Queues &amp; Exchanges: Los recursos en RabbitMQ persisten si se reinicia el servidor (durable=True).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Persistent Messages: Propiedad delivery_mode=2 configurada en el productor para evitar pérdidas al apagar el bróker.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Manual Acknowledgments (auto_ack=False): El consumidor no borra el mensaje de la cola de RabbitMQ de inmediato.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• Confirmación de Recepción (basic_ack): Ocurre únicamente tras decodificar y mostrar exitosamente la lectura del paciente en la pantalla.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C1E2B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4297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59E0B"/>
                </a:solidFill>
                <a:latin typeface="Segoe UI"/>
              </a:defRPr>
            </a:pPr>
            <a:r>
              <a:t>Escenario de Prueba (Resiliencia)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1. Desconexión: Apagar el script consumidor_medico.py (Ctrl+C).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2. Producción: El emisor envía 5 alertas de ritmo cardíaco crítico.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3. Retención en Broker: En el panel de control de RabbitMQ, los mensajes pasan a estado 'Ready' (quedan acumulados en la cola).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4. Recuperación: Al reiniciar el consumidor médico, lee inmediatamente todos los datos acumulados y confirma con basic_ack. La cola vuelve a 0 y no se pierde ninguna lectura clínica.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Segoe UI"/>
              </a:defRPr>
            </a:pPr>
            <a:r>
              <a:t>DESARROLLO DE INTERFAZ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Interfaz Gráfica Unificada de Terapia Intensiva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6B6D4"/>
                </a:solidFill>
                <a:latin typeface="Segoe UI"/>
              </a:defRPr>
            </a:pPr>
            <a:r>
              <a:t>Arquitectura Multihilo de la GUI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Hilo Principal (Tkinter): Renderiza la interfaz premium en Dark Mode, botones y entrada de datos sin interrupciones.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Hilos Secundarios (Daemon Threads): Dos hilos en segundo plano escuchan permanentemente las colas de RabbitMQ sin bloquear el refresco visual.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Cola de Mensajería Interna (queue.Queue): Los hilos colocan los datos biométricos recibidos en una cola interna segura.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Calendario Asíncrono (root.after): La GUI lee la cola interna cada 100ms y actualiza las pantallas de logs de forma fluida.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4F46E5"/>
                </a:solidFill>
                <a:latin typeface="Segoe UI"/>
              </a:defRPr>
            </a:pPr>
            <a:r>
              <a:t>Características Visuales y de Simulación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Control Emisor Integrado: Panel interactivo para publicar signos vitales manuales, alertas directas y bioseguridad.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Simulación Automática: Simula flujos aleatorios realistas de ritmo cardíaco, oxígeno y temperatura para pruebas continuas.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Consola Log Colorizada: Resaltado visual en rojo (Alerta Crítica), amarillo (Advertencia), verde (Normal) y azul (Retiro de cola tras ACK).</a:t>
            </a:r>
          </a:p>
          <a:p>
            <a:pPr>
              <a:spcAft>
                <a:spcPts val="8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Indicador de Conexión Activo: Verifica la disponibilidad del broker en localhost:5672 y muestra alerta amigable si está desconectado.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Segoe UI"/>
              </a:defRPr>
            </a:pPr>
            <a:r>
              <a:t>CONCLUSIONES Y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Conclusiones del Proyecto Académico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Eficiencia del Patrón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El patrón Productor-Consumidor resolvió con éxito la latencia y la saturación del sistema en UCI. Al encolar los mensajes en RabbitMQ, se garantiza que los procesos críticos de los pacientes no se pierdan, independientemente de la velocidad o estado del receptor.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  <a:latin typeface="Segoe UI"/>
              </a:defRPr>
            </a:pPr>
            <a:r>
              <a:t>Flexibilidad de Ruteo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La coexistencia de los tres tipos de intercambiadores (Topic, Direct, Fanout) demostró la gran versatilidad de RabbitMQ. El mismo sistema enruta telemetría fina (Topic), alarmas precisas (Direct) y comunicados globales de bioseguridad (Fanout).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7192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Tolerancia a Fallos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Segoe UI"/>
              </a:defRPr>
            </a:pPr>
            <a:r>
              <a:t>La implementación de basic_ack manual y almacenamiento persistente (durable) demostró cómo diseñar software con tolerancia extrema a fallos. Los mensajes se retienen en el broker en estado Ready y se procesan inmediatamente al recuperar la 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